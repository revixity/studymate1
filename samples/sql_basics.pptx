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Basics: SELECT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retrieves rows from a table. Use WHERE to filter rows, ORDER BY to sort and LIMIT to restrict the count. Example: SELECT name FROM students WHERE marks &gt; 80 ORDER BY name;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JOIN combines rows from two tables using a related column. INNER JOIN returns only matching rows. LEFT JOIN returns all rows from the left table plus matches from the right. Example: SELECT s.name, d.dept_name FROM students s JOIN departments d ON s.dept_id = d.id;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Aggregates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Aggregate functions summarise many rows into one value: COUNT, SUM, AVG, MIN and MAX. GROUP BY groups rows before aggregating and HAVING filters the groups.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